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965960" cy="6217920"/>
          </a:xfrm>
          <a:prstGeom prst="rect">
            <a:avLst/>
          </a:prstGeom>
          <a:solidFill>
            <a:srgbClr val="F7F3EA"/>
          </a:solidFill>
          <a:ln w="12700">
            <a:solidFill>
              <a:srgbClr val="E8DFC9">
                <a:alpha val="0"/>
              </a:srgbClr>
            </a:solidFill>
            <a:prstDash val="solid"/>
          </a:ln>
        </p:spPr>
      </p:sp>
      <p:pic>
        <p:nvPicPr>
          <p:cNvPr id="3" name="Image 0" descr="/mnt/data/a_digital_photograph_showcases_a_modern_minimalist.png">    </p:cNvPr>
          <p:cNvPicPr>
            <a:picLocks noChangeAspect="1"/>
          </p:cNvPicPr>
          <p:nvPr/>
        </p:nvPicPr>
        <p:blipFill>
          <a:blip r:embed="rId1"/>
          <a:srcRect l="0" r="0" t="485" b="485"/>
          <a:stretch/>
        </p:blipFill>
        <p:spPr>
          <a:xfrm>
            <a:off x="2423160" y="320040"/>
            <a:ext cx="9418320" cy="6217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1024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매직퍼니처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792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인테리어 제안서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" y="15910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Furniture Proposal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792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2011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" y="4983480"/>
            <a:ext cx="960120" cy="0"/>
          </a:xfrm>
          <a:prstGeom prst="line">
            <a:avLst/>
          </a:prstGeom>
          <a:noFill/>
          <a:ln w="1524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51389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 furniture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21792" y="5367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showroom  16996 경기도 용인시 기흥구 중부대로819번길 14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621792" y="55686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logistics center  경기도 용인시 처인구 모현면 매산리 19-10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621792" y="57698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factory  경기도 광주시 도척면 진우리 100-6, 100-25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621792" y="5971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magicfn@magicfn.com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11384280" y="62636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1248" y="658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84832" y="6675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61320" y="34747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966960" y="6675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 Furniture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38912" y="1234440"/>
            <a:ext cx="1417320" cy="4983480"/>
          </a:xfrm>
          <a:prstGeom prst="rect">
            <a:avLst/>
          </a:prstGeom>
          <a:solidFill>
            <a:srgbClr val="F7F3EA"/>
          </a:solidFill>
          <a:ln w="12700">
            <a:solidFill>
              <a:srgbClr val="E8DFC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4564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배치 이미지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도면 위치</a:t>
            </a:r>
            <a:endParaRPr lang="en-US" sz="850" dirty="0"/>
          </a:p>
        </p:txBody>
      </p:sp>
      <p:pic>
        <p:nvPicPr>
          <p:cNvPr id="9" name="Image 0" descr="/mnt/data/5f96bf3d-6c22-4c22-b99d-35701722e243.png">    </p:cNvPr>
          <p:cNvPicPr>
            <a:picLocks noChangeAspect="1"/>
          </p:cNvPicPr>
          <p:nvPr/>
        </p:nvPicPr>
        <p:blipFill>
          <a:blip r:embed="rId1"/>
          <a:srcRect l="11104" r="11104" t="0" b="0"/>
          <a:stretch/>
        </p:blipFill>
        <p:spPr>
          <a:xfrm>
            <a:off x="2148840" y="1280160"/>
            <a:ext cx="2971800" cy="2148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126187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47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CHAIR 01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40680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 루츠 암체어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40680" y="204825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99632" y="2048256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Magic-furniture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40680" y="232257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99632" y="2322576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 루츠 암체어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40680" y="259689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SIZE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99632" y="2596896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W560 × D520 × H750 × SH440 × AH650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148840" y="3410712"/>
            <a:ext cx="8549640" cy="0"/>
          </a:xfrm>
          <a:prstGeom prst="line">
            <a:avLst/>
          </a:prstGeom>
          <a:noFill/>
          <a:ln w="13970">
            <a:solidFill>
              <a:srgbClr val="D8D0C1"/>
            </a:solidFill>
            <a:prstDash val="solid"/>
          </a:ln>
        </p:spPr>
      </p:sp>
      <p:pic>
        <p:nvPicPr>
          <p:cNvPr id="19" name="Image 1" descr="/mnt/data/5f96bf3d-6c22-4c22-b99d-35701722e243.png">    </p:cNvPr>
          <p:cNvPicPr>
            <a:picLocks noChangeAspect="1"/>
          </p:cNvPicPr>
          <p:nvPr/>
        </p:nvPicPr>
        <p:blipFill>
          <a:blip r:embed="rId2"/>
          <a:srcRect l="11104" r="11104" t="0" b="0"/>
          <a:stretch/>
        </p:blipFill>
        <p:spPr>
          <a:xfrm>
            <a:off x="2148840" y="3858768"/>
            <a:ext cx="2971800" cy="21488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38404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47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01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40680" y="4133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 카라 테이블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5440680" y="462686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199632" y="4626864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Magic-furniture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440680" y="49011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6199632" y="4901184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 카라 테이블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40680" y="517550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SIZE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199632" y="5175504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W2600 × D900 × H730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384280" y="62636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Magic Furniture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Furniture Proposal Template</dc:title>
  <dc:subject>Magic Furniture proposal template fixed</dc:subject>
  <dc:creator>OpenAI</dc:creator>
  <cp:lastModifiedBy>OpenAI</cp:lastModifiedBy>
  <cp:revision>1</cp:revision>
  <dcterms:created xsi:type="dcterms:W3CDTF">2026-04-15T09:00:42Z</dcterms:created>
  <dcterms:modified xsi:type="dcterms:W3CDTF">2026-04-15T09:00:42Z</dcterms:modified>
</cp:coreProperties>
</file>