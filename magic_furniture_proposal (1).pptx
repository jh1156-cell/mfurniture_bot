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61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9794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벽, 실내, 인테리어 디자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032693-7DB8-ACF5-BA37-4CEB03FE4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-1"/>
            <a:ext cx="10287000" cy="6858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120718" y="0"/>
            <a:ext cx="9071282" cy="6858000"/>
          </a:xfrm>
          <a:prstGeom prst="rect">
            <a:avLst/>
          </a:prstGeom>
          <a:solidFill>
            <a:srgbClr val="F8F5F0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0"/>
          <p:cNvSpPr/>
          <p:nvPr/>
        </p:nvSpPr>
        <p:spPr>
          <a:xfrm>
            <a:off x="-1" y="0"/>
            <a:ext cx="3126377" cy="6858000"/>
          </a:xfrm>
          <a:prstGeom prst="rect">
            <a:avLst/>
          </a:prstGeom>
          <a:solidFill>
            <a:srgbClr val="ADA396"/>
          </a:solidFill>
          <a:ln w="12700">
            <a:solidFill>
              <a:srgbClr val="ADA39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438912" y="5321808"/>
            <a:ext cx="731520" cy="0"/>
          </a:xfrm>
          <a:prstGeom prst="line">
            <a:avLst/>
          </a:prstGeom>
          <a:noFill/>
          <a:ln w="12700">
            <a:solidFill>
              <a:srgbClr val="E8E1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438911" y="658368"/>
            <a:ext cx="1903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매직퍼니처</a:t>
            </a:r>
            <a:endParaRPr lang="en-US" altLang="ko-KR" sz="1700" b="1" dirty="0">
              <a:solidFill>
                <a:srgbClr val="FFFFFF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buNone/>
            </a:pPr>
            <a:r>
              <a:rPr lang="en-US" sz="17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인테리어</a:t>
            </a:r>
            <a:r>
              <a:rPr lang="en-US" sz="1700" dirty="0"/>
              <a:t> </a:t>
            </a:r>
            <a:r>
              <a:rPr lang="en-US" sz="17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제안서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38912" y="15910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2EE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Furniture Proposal</a:t>
            </a:r>
            <a:endParaRPr lang="en-US" sz="800" i="1" dirty="0"/>
          </a:p>
        </p:txBody>
      </p:sp>
      <p:sp>
        <p:nvSpPr>
          <p:cNvPr id="7" name="Text 4"/>
          <p:cNvSpPr/>
          <p:nvPr/>
        </p:nvSpPr>
        <p:spPr>
          <a:xfrm>
            <a:off x="11109960" y="29260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7BF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503152" y="29260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7BF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38911" y="5559552"/>
            <a:ext cx="1250551" cy="16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magic furniture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38911" y="5788152"/>
            <a:ext cx="240878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F4EF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showroom  16996 경기도 용인시 기흥구 중부대로819번길 14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4EF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logistics center  경기도 용인시 처인구 모현면 매산리 19-10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4EF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factory  경기도 광주시 도척면 진우리 100-6, 100-25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4EF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magicfn@magicfn.com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3126376" y="0"/>
            <a:ext cx="0" cy="6858000"/>
          </a:xfrm>
          <a:prstGeom prst="line">
            <a:avLst/>
          </a:prstGeom>
          <a:noFill/>
          <a:ln w="12700">
            <a:solidFill>
              <a:srgbClr val="DDD6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147572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A92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AFE3E277-CB6F-D18D-66C0-11FC119E8079}"/>
              </a:ext>
            </a:extLst>
          </p:cNvPr>
          <p:cNvSpPr/>
          <p:nvPr/>
        </p:nvSpPr>
        <p:spPr>
          <a:xfrm>
            <a:off x="2148840" y="1280160"/>
            <a:ext cx="2971800" cy="2138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FA 루츠 암체어">
            <a:extLst>
              <a:ext uri="{FF2B5EF4-FFF2-40B4-BE49-F238E27FC236}">
                <a16:creationId xmlns:a16="http://schemas.microsoft.com/office/drawing/2014/main" id="{D74504EE-8343-A069-D546-17677FAB3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8562" y="1306285"/>
            <a:ext cx="2096590" cy="2096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1"/>
          <p:cNvSpPr/>
          <p:nvPr/>
        </p:nvSpPr>
        <p:spPr>
          <a:xfrm>
            <a:off x="841248" y="658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84832" y="66751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61320" y="347472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966960" y="66751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Magic Furniture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38912" y="1234440"/>
            <a:ext cx="1417320" cy="4983480"/>
          </a:xfrm>
          <a:prstGeom prst="rect">
            <a:avLst/>
          </a:prstGeom>
          <a:solidFill>
            <a:srgbClr val="F7F3EA"/>
          </a:solidFill>
          <a:ln w="12700">
            <a:solidFill>
              <a:srgbClr val="E8DFC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345643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배치 이미지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또는 도면 위치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40680" y="126187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347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CHAIR 01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40680" y="1554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 루츠 암체어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440680" y="204825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199632" y="2048256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Magic-furniture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40680" y="232257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METERIAL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199632" y="2322576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40680" y="259689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SIZE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199632" y="2596896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W560 × D520 × H750 × SH440 × AH650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148840" y="3410712"/>
            <a:ext cx="8549640" cy="0"/>
          </a:xfrm>
          <a:prstGeom prst="line">
            <a:avLst/>
          </a:prstGeom>
          <a:noFill/>
          <a:ln w="13970">
            <a:solidFill>
              <a:srgbClr val="D8D0C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440680" y="384048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347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01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440680" y="41330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 카라 테이블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5440680" y="462686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6199632" y="4626864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Magic-furniture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440680" y="490118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50" b="1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METERIAL</a:t>
            </a:r>
            <a:endParaRPr lang="en-US" altLang="ko-KR" sz="850" dirty="0"/>
          </a:p>
        </p:txBody>
      </p:sp>
      <p:sp>
        <p:nvSpPr>
          <p:cNvPr id="25" name="Text 21"/>
          <p:cNvSpPr/>
          <p:nvPr/>
        </p:nvSpPr>
        <p:spPr>
          <a:xfrm>
            <a:off x="6199632" y="4901184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440680" y="517550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SIZE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199632" y="5175504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W2600 × D900 × H730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1384280" y="626364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75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85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3607276-8247-6146-D1BA-B36287599A58}"/>
              </a:ext>
            </a:extLst>
          </p:cNvPr>
          <p:cNvSpPr/>
          <p:nvPr/>
        </p:nvSpPr>
        <p:spPr>
          <a:xfrm>
            <a:off x="2148840" y="3840480"/>
            <a:ext cx="2971800" cy="2138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8" name="Picture 4" descr="[주문제작] M 카라 테이블">
            <a:extLst>
              <a:ext uri="{FF2B5EF4-FFF2-40B4-BE49-F238E27FC236}">
                <a16:creationId xmlns:a16="http://schemas.microsoft.com/office/drawing/2014/main" id="{C90D94CF-CDD9-FB77-7828-4CF9A7A7A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8562" y="3882280"/>
            <a:ext cx="2096590" cy="2096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86</Words>
  <Application>Microsoft Office PowerPoint</Application>
  <PresentationFormat>와이드스크린</PresentationFormat>
  <Paragraphs>34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Pretendard</vt:lpstr>
      <vt:lpstr>Arial</vt:lpstr>
      <vt:lpstr>Office Theme</vt:lpstr>
      <vt:lpstr>PowerPoint 프레젠테이션</vt:lpstr>
      <vt:lpstr>PowerPoint 프레젠테이션</vt:lpstr>
    </vt:vector>
  </TitlesOfParts>
  <Company>Magic Furniture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Furniture Proposal Redesign</dc:title>
  <dc:subject>Furniture proposal redesign</dc:subject>
  <dc:creator>OpenAI</dc:creator>
  <cp:lastModifiedBy>주희 이</cp:lastModifiedBy>
  <cp:revision>5</cp:revision>
  <dcterms:created xsi:type="dcterms:W3CDTF">2026-04-15T07:46:52Z</dcterms:created>
  <dcterms:modified xsi:type="dcterms:W3CDTF">2026-04-16T00:52:49Z</dcterms:modified>
</cp:coreProperties>
</file>